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</a:t>
            </a:r>
          </a:p>
          <a:p>
            <a:endParaRPr lang="zh-CN" dirty="0"/>
          </a:p>
          <a:p>
            <a:r>
              <a:rPr lang="zh-CN" dirty="0"/>
              <a:t>大家好，我们是[学校名称]参赛队。今天为大家展示基于Xilinx Kintex-7 FPGA和AD9144高速DAC的任意波形信号发生器。</a:t>
            </a:r>
          </a:p>
          <a:p>
            <a:endParaRPr lang="zh-CN" dirty="0"/>
          </a:p>
          <a:p>
            <a:r>
              <a:rPr lang="zh-CN" dirty="0"/>
              <a:t>要点：</a:t>
            </a:r>
          </a:p>
          <a:p>
            <a:r>
              <a:rPr lang="zh-CN" dirty="0"/>
              <a:t>1. 项目名称和平台介绍</a:t>
            </a:r>
          </a:p>
          <a:p>
            <a:r>
              <a:rPr lang="zh-CN" dirty="0"/>
              <a:t>2. 核心技术指标概览</a:t>
            </a:r>
          </a:p>
          <a:p>
            <a:r>
              <a:rPr lang="zh-CN" dirty="0"/>
              <a:t>3. 团队信息</a:t>
            </a:r>
          </a:p>
          <a:p>
            <a:endParaRPr lang="zh-CN" dirty="0"/>
          </a:p>
          <a:p>
            <a:r>
              <a:rPr lang="zh-CN" dirty="0"/>
              <a:t>时长：30秒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</a:t>
            </a:r>
          </a:p>
          <a:p>
            <a:endParaRPr lang="zh-CN" dirty="0"/>
          </a:p>
          <a:p>
            <a:r>
              <a:rPr lang="zh-CN" dirty="0"/>
              <a:t>接下来介绍我们的系统架构。</a:t>
            </a:r>
          </a:p>
          <a:p>
            <a:endParaRPr lang="zh-CN" dirty="0"/>
          </a:p>
          <a:p>
            <a:r>
              <a:rPr lang="zh-CN" dirty="0"/>
              <a:t>本系统采用正点原子K325T开发平台，搭载ADI公司的AD9144高速DAC。</a:t>
            </a:r>
          </a:p>
          <a:p>
            <a:endParaRPr lang="zh-CN" dirty="0"/>
          </a:p>
          <a:p>
            <a:r>
              <a:rPr lang="zh-CN" dirty="0"/>
              <a:t>要点：</a:t>
            </a:r>
          </a:p>
          <a:p>
            <a:r>
              <a:rPr lang="zh-CN" dirty="0"/>
              <a:t>1. FPGA + DAC + 模拟前端的完整链路</a:t>
            </a:r>
          </a:p>
          <a:p>
            <a:r>
              <a:rPr lang="zh-CN" dirty="0"/>
              <a:t>2. JESD204B高速接口连接</a:t>
            </a:r>
          </a:p>
          <a:p>
            <a:r>
              <a:rPr lang="zh-CN" dirty="0"/>
              <a:t>3. PC通过UART进行控制</a:t>
            </a:r>
          </a:p>
          <a:p>
            <a:r>
              <a:rPr lang="zh-CN" dirty="0"/>
              <a:t>4. 开发平台详细信息</a:t>
            </a:r>
          </a:p>
          <a:p>
            <a:endParaRPr lang="zh-CN" dirty="0"/>
          </a:p>
          <a:p>
            <a:r>
              <a:rPr lang="zh-CN" dirty="0"/>
              <a:t>时长：45秒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</a:t>
            </a:r>
          </a:p>
          <a:p>
            <a:endParaRPr lang="zh-CN" dirty="0"/>
          </a:p>
          <a:p>
            <a:r>
              <a:rPr lang="zh-CN" dirty="0"/>
              <a:t>下面介绍我们实现的四项关键技术。</a:t>
            </a:r>
          </a:p>
          <a:p>
            <a:endParaRPr lang="zh-CN" dirty="0"/>
          </a:p>
          <a:p>
            <a:r>
              <a:rPr lang="zh-CN" dirty="0"/>
              <a:t>首先是JESD204B高速串行接口，这是FPGA与DAC之间的桥梁。</a:t>
            </a:r>
          </a:p>
          <a:p>
            <a:endParaRPr lang="zh-CN" dirty="0"/>
          </a:p>
          <a:p>
            <a:r>
              <a:rPr lang="zh-CN" dirty="0"/>
              <a:t>要点：</a:t>
            </a:r>
          </a:p>
          <a:p>
            <a:r>
              <a:rPr lang="zh-CN" dirty="0"/>
              <a:t>1. JESD204B协议实现细节</a:t>
            </a:r>
          </a:p>
          <a:p>
            <a:r>
              <a:rPr lang="zh-CN" dirty="0"/>
              <a:t>2. DDS波形生成原理</a:t>
            </a:r>
          </a:p>
          <a:p>
            <a:r>
              <a:rPr lang="zh-CN" dirty="0"/>
              <a:t>3. 数字插值与校准</a:t>
            </a:r>
          </a:p>
          <a:p>
            <a:r>
              <a:rPr lang="zh-CN" dirty="0"/>
              <a:t>4. 寄存器控制架构</a:t>
            </a:r>
          </a:p>
          <a:p>
            <a:endParaRPr lang="zh-CN" dirty="0"/>
          </a:p>
          <a:p>
            <a:r>
              <a:rPr lang="zh-CN" dirty="0"/>
              <a:t>时长：1分钟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</a:t>
            </a:r>
          </a:p>
          <a:p>
            <a:endParaRPr lang="zh-CN" dirty="0"/>
          </a:p>
          <a:p>
            <a:r>
              <a:rPr lang="zh-CN" dirty="0"/>
              <a:t>让我们看看系统的性能指标。</a:t>
            </a:r>
          </a:p>
          <a:p>
            <a:endParaRPr lang="zh-CN" dirty="0"/>
          </a:p>
          <a:p>
            <a:r>
              <a:rPr lang="zh-CN" dirty="0"/>
              <a:t>要点：</a:t>
            </a:r>
          </a:p>
          <a:p>
            <a:r>
              <a:rPr lang="zh-CN" dirty="0"/>
              <a:t>1. 采样率2.8GSPS，远超竞赛要求</a:t>
            </a:r>
          </a:p>
          <a:p>
            <a:r>
              <a:rPr lang="zh-CN" dirty="0"/>
              <a:t>2. 16bit分辨率，动态范围优秀</a:t>
            </a:r>
          </a:p>
          <a:p>
            <a:r>
              <a:rPr lang="zh-CN" dirty="0"/>
              <a:t>3. 频率范围DC-400MHz已验证</a:t>
            </a:r>
          </a:p>
          <a:p>
            <a:r>
              <a:rPr lang="zh-CN" dirty="0"/>
              <a:t>4. 杂散抑制目标&gt;60dBc</a:t>
            </a:r>
          </a:p>
          <a:p>
            <a:endParaRPr lang="zh-CN" dirty="0"/>
          </a:p>
          <a:p>
            <a:r>
              <a:rPr lang="zh-CN" dirty="0"/>
              <a:t>时长：45秒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</a:t>
            </a:r>
          </a:p>
          <a:p>
            <a:endParaRPr lang="zh-CN" dirty="0"/>
          </a:p>
          <a:p>
            <a:r>
              <a:rPr lang="zh-CN" dirty="0"/>
              <a:t>软件系统是我们项目的重要组成部分。</a:t>
            </a:r>
          </a:p>
          <a:p>
            <a:endParaRPr lang="zh-CN" dirty="0"/>
          </a:p>
          <a:p>
            <a:r>
              <a:rPr lang="zh-CN" dirty="0"/>
              <a:t>要点：</a:t>
            </a:r>
          </a:p>
          <a:p>
            <a:r>
              <a:rPr lang="zh-CN" dirty="0"/>
              <a:t>1. Python GUI/CLI双模式控制</a:t>
            </a:r>
          </a:p>
          <a:p>
            <a:r>
              <a:rPr lang="zh-CN" dirty="0"/>
              <a:t>2. 三层软件架构设计</a:t>
            </a:r>
          </a:p>
          <a:p>
            <a:r>
              <a:rPr lang="zh-CN" dirty="0"/>
              <a:t>3. 扫描测试与自动化功能</a:t>
            </a:r>
          </a:p>
          <a:p>
            <a:r>
              <a:rPr lang="zh-CN" dirty="0"/>
              <a:t>4. UART命令接口示例</a:t>
            </a:r>
          </a:p>
          <a:p>
            <a:endParaRPr lang="zh-CN" dirty="0"/>
          </a:p>
          <a:p>
            <a:r>
              <a:rPr lang="zh-CN" dirty="0"/>
              <a:t>时长：1分钟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</a:t>
            </a:r>
          </a:p>
          <a:p>
            <a:endParaRPr lang="zh-CN" dirty="0"/>
          </a:p>
          <a:p>
            <a:r>
              <a:rPr lang="zh-CN" dirty="0"/>
              <a:t>最后总结一下我们的创新点和未来工作。</a:t>
            </a:r>
          </a:p>
          <a:p>
            <a:endParaRPr lang="zh-CN" dirty="0"/>
          </a:p>
          <a:p>
            <a:r>
              <a:rPr lang="zh-CN" dirty="0"/>
              <a:t>要点：</a:t>
            </a:r>
          </a:p>
          <a:p>
            <a:r>
              <a:rPr lang="zh-CN" dirty="0"/>
              <a:t>1. 完整的JESD204B协议实现</a:t>
            </a:r>
          </a:p>
          <a:p>
            <a:r>
              <a:rPr lang="zh-CN" dirty="0"/>
              <a:t>2. 灵活的DDS波形架构</a:t>
            </a:r>
          </a:p>
          <a:p>
            <a:r>
              <a:rPr lang="zh-CN" dirty="0"/>
              <a:t>3. Python自动化测试框架</a:t>
            </a:r>
          </a:p>
          <a:p>
            <a:r>
              <a:rPr lang="zh-CN" dirty="0"/>
              <a:t>4. 数字校准算法</a:t>
            </a:r>
          </a:p>
          <a:p>
            <a:r>
              <a:rPr lang="zh-CN" dirty="0"/>
              <a:t>5. 未来优化方向</a:t>
            </a:r>
          </a:p>
          <a:p>
            <a:endParaRPr lang="zh-CN" dirty="0"/>
          </a:p>
          <a:p>
            <a:r>
              <a:rPr lang="zh-CN" dirty="0"/>
              <a:t>时长：45秒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  <Relationship Id="rId3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  <Relationship Id="rId3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  <Relationship Id="rId3" Type="http://schemas.openxmlformats.org/officeDocument/2006/relationships/notesSlide" Target="../notesSlides/notesSlide6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